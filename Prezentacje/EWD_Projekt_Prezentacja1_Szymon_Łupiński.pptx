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E21C5-4064-415D-AD4C-2B633DA14C95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2FAB1-7AB0-4241-807F-9D8B722458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322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2FAB1-7AB0-4241-807F-9D8B7224580F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879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757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88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183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403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491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686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345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177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3230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8960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608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22DCA03-9FD7-445E-A393-BCE71BFE07A0}" type="datetimeFigureOut">
              <a:rPr lang="pl-PL" smtClean="0"/>
              <a:t>8.01.2026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1EAAB63-A5C3-43D9-AEC6-1B20D958C3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761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rince7489/gaming-hours-vs-academic-and-work-performanc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58F534F-3EEE-898F-1F3C-3A2E304A7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9"/>
            <a:ext cx="5334930" cy="12031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Faza 1: Cel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6E1D399-3741-BB5C-B9FB-40AEFEA34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2276475"/>
            <a:ext cx="5334931" cy="2333625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Stworzenie </a:t>
            </a:r>
            <a:r>
              <a:rPr lang="en-US" sz="2000" dirty="0" err="1"/>
              <a:t>modelu</a:t>
            </a:r>
            <a:r>
              <a:rPr lang="en-US" sz="2000" dirty="0"/>
              <a:t> </a:t>
            </a:r>
            <a:r>
              <a:rPr lang="en-US" sz="2000" dirty="0" err="1"/>
              <a:t>predykcyjnego</a:t>
            </a:r>
            <a:r>
              <a:rPr lang="en-US" sz="2000" dirty="0"/>
              <a:t> </a:t>
            </a:r>
            <a:r>
              <a:rPr lang="en-US" sz="2000" dirty="0" err="1"/>
              <a:t>oraz</a:t>
            </a:r>
            <a:r>
              <a:rPr lang="en-US" sz="2000" dirty="0"/>
              <a:t> </a:t>
            </a:r>
            <a:r>
              <a:rPr lang="en-US" sz="2000" dirty="0" err="1"/>
              <a:t>analiza</a:t>
            </a:r>
            <a:r>
              <a:rPr lang="en-US" sz="2000" dirty="0"/>
              <a:t> </a:t>
            </a:r>
            <a:r>
              <a:rPr lang="en-US" sz="2000" dirty="0" err="1"/>
              <a:t>wpływu</a:t>
            </a:r>
            <a:r>
              <a:rPr lang="en-US" sz="2000" dirty="0"/>
              <a:t> </a:t>
            </a:r>
            <a:r>
              <a:rPr lang="en-US" sz="2000" dirty="0" err="1"/>
              <a:t>nawyków</a:t>
            </a:r>
            <a:r>
              <a:rPr lang="en-US" sz="2000" dirty="0"/>
              <a:t> </a:t>
            </a:r>
            <a:r>
              <a:rPr lang="en-US" sz="2000" dirty="0" err="1"/>
              <a:t>grania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stylu</a:t>
            </a:r>
            <a:r>
              <a:rPr lang="en-US" sz="2000" dirty="0"/>
              <a:t> </a:t>
            </a:r>
            <a:r>
              <a:rPr lang="en-US" sz="2000" dirty="0" err="1"/>
              <a:t>życia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wyniki</a:t>
            </a:r>
            <a:r>
              <a:rPr lang="en-US" sz="2000" dirty="0"/>
              <a:t> </a:t>
            </a:r>
            <a:r>
              <a:rPr lang="en-US" sz="2000" dirty="0" err="1"/>
              <a:t>akademickie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zawodowe</a:t>
            </a:r>
            <a:r>
              <a:rPr lang="en-US" sz="2000" dirty="0"/>
              <a:t>.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Metoda</a:t>
            </a:r>
            <a:r>
              <a:rPr lang="en-US" sz="2000" dirty="0"/>
              <a:t> </a:t>
            </a:r>
            <a:r>
              <a:rPr lang="en-US" sz="2000" dirty="0" err="1"/>
              <a:t>ewaluacji</a:t>
            </a:r>
            <a:r>
              <a:rPr lang="en-US" sz="2000" dirty="0"/>
              <a:t>:</a:t>
            </a:r>
            <a:r>
              <a:rPr lang="pl-PL" sz="2000" dirty="0"/>
              <a:t> Uzyskanie MAE(</a:t>
            </a:r>
            <a:r>
              <a:rPr lang="pl-PL" sz="2000" dirty="0" err="1"/>
              <a:t>Mean</a:t>
            </a:r>
            <a:r>
              <a:rPr lang="pl-PL" sz="2000" dirty="0"/>
              <a:t> </a:t>
            </a:r>
            <a:r>
              <a:rPr lang="pl-PL" sz="2000" dirty="0" err="1"/>
              <a:t>Absolute</a:t>
            </a:r>
            <a:r>
              <a:rPr lang="pl-PL" sz="2000" dirty="0"/>
              <a:t> Error) &lt; 10% zakresu zmiennej. </a:t>
            </a: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pl-PL" sz="2000" dirty="0"/>
              <a:t>Autor</a:t>
            </a:r>
            <a:r>
              <a:rPr lang="en-US" sz="2000" dirty="0"/>
              <a:t>: Szymon </a:t>
            </a:r>
            <a:r>
              <a:rPr lang="pl-PL" sz="2000" dirty="0"/>
              <a:t>Łupiński</a:t>
            </a:r>
            <a:r>
              <a:rPr lang="en-US" sz="2000" dirty="0"/>
              <a:t> </a:t>
            </a:r>
            <a:r>
              <a:rPr lang="pl-PL" sz="2000" dirty="0"/>
              <a:t>s35261</a:t>
            </a:r>
            <a:endParaRPr lang="en-US" sz="2000" dirty="0"/>
          </a:p>
          <a:p>
            <a:r>
              <a:rPr lang="en-US" sz="2000" dirty="0"/>
              <a:t>							</a:t>
            </a:r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Ściana pomalowana przy użyciu strzałki i dartboard">
            <a:extLst>
              <a:ext uri="{FF2B5EF4-FFF2-40B4-BE49-F238E27FC236}">
                <a16:creationId xmlns:a16="http://schemas.microsoft.com/office/drawing/2014/main" id="{9951730F-B39D-1D33-DB2B-10343994D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00" r="1" b="1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42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D5CEBAA-E4E9-6818-A974-599A5C1A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Faza 2: Dane</a:t>
            </a:r>
          </a:p>
        </p:txBody>
      </p:sp>
      <p:sp>
        <p:nvSpPr>
          <p:cNvPr id="4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 descr="Obraz zawierający tekst, zrzut ekranu, menu, Czcionka&#10;&#10;Zawartość wygenerowana przez AI może być niepoprawna.">
            <a:extLst>
              <a:ext uri="{FF2B5EF4-FFF2-40B4-BE49-F238E27FC236}">
                <a16:creationId xmlns:a16="http://schemas.microsoft.com/office/drawing/2014/main" id="{40C66D71-082E-DFBF-18AF-B061F7CC0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50" y="3907535"/>
            <a:ext cx="4059994" cy="2507046"/>
          </a:xfrm>
          <a:prstGeom prst="rect">
            <a:avLst/>
          </a:prstGeom>
        </p:spPr>
      </p:pic>
      <p:sp>
        <p:nvSpPr>
          <p:cNvPr id="22" name="pole tekstowe 21">
            <a:extLst>
              <a:ext uri="{FF2B5EF4-FFF2-40B4-BE49-F238E27FC236}">
                <a16:creationId xmlns:a16="http://schemas.microsoft.com/office/drawing/2014/main" id="{3113E079-3B31-F7DB-46C8-F92EBBC79C05}"/>
              </a:ext>
            </a:extLst>
          </p:cNvPr>
          <p:cNvSpPr txBox="1"/>
          <p:nvPr/>
        </p:nvSpPr>
        <p:spPr>
          <a:xfrm>
            <a:off x="4797494" y="2706624"/>
            <a:ext cx="675562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hlinkClick r:id="rId3"/>
              </a:rPr>
              <a:t>Kaggle: Gaming Hours vs Academic &amp; Work Performance</a:t>
            </a:r>
            <a:endParaRPr lang="en-US" sz="22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Zmienna</a:t>
            </a:r>
            <a:r>
              <a:rPr lang="en-US" sz="2200" dirty="0"/>
              <a:t> </a:t>
            </a:r>
            <a:r>
              <a:rPr lang="en-US" sz="2200" dirty="0" err="1"/>
              <a:t>docelowa</a:t>
            </a:r>
            <a:r>
              <a:rPr lang="en-US" sz="2200" dirty="0"/>
              <a:t>: </a:t>
            </a:r>
            <a:r>
              <a:rPr lang="en-US" sz="2200" dirty="0" err="1"/>
              <a:t>Academic_or_Work_Score</a:t>
            </a:r>
            <a:endParaRPr lang="en-US" sz="2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1" name="Obraz 10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B380654D-5F7B-7006-9E4C-6918A11E2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50" y="428975"/>
            <a:ext cx="4062250" cy="308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9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tyw pakietu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Motyw pakietu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73</Words>
  <Application>Microsoft Office PowerPoint</Application>
  <PresentationFormat>Panoramiczny</PresentationFormat>
  <Paragraphs>18</Paragraphs>
  <Slides>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Faza 1: Cel</vt:lpstr>
      <vt:lpstr>Faza 2: Dane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4</cp:revision>
  <dcterms:created xsi:type="dcterms:W3CDTF">2026-01-08T21:50:42Z</dcterms:created>
  <dcterms:modified xsi:type="dcterms:W3CDTF">2026-01-08T22:37:08Z</dcterms:modified>
</cp:coreProperties>
</file>